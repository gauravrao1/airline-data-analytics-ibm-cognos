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6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7" r:id="rId6"/>
    <p:sldId id="271" r:id="rId7"/>
    <p:sldId id="268" r:id="rId8"/>
    <p:sldId id="270" r:id="rId9"/>
    <p:sldId id="269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DA"/>
    <a:srgbClr val="7BEBD8"/>
    <a:srgbClr val="8335E5"/>
    <a:srgbClr val="6B8DE1"/>
    <a:srgbClr val="6C92E1"/>
    <a:srgbClr val="6313DC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8BDF0-AE32-46D2-86DD-527345D10D1B}" v="906" dt="2024-10-26T02:12:05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52" autoAdjust="0"/>
  </p:normalViewPr>
  <p:slideViewPr>
    <p:cSldViewPr snapToGrid="0" showGuides="1">
      <p:cViewPr varScale="1">
        <p:scale>
          <a:sx n="86" d="100"/>
          <a:sy n="86" d="100"/>
        </p:scale>
        <p:origin x="562" y="72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08.051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1332 23,'-9'1,"-1"0,1 0,0 2,1-1,-1 1,-8 4,-28 7,2-7,0-3,0-1,0-2,-52-5,10-7,-20 0,84 9,-1-1,1 0,-32-11,32 8,-1 1,1 1,-31-3,-219 7,119 2,137-1,0 0,-28 7,32-6,-7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08.576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08.934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09.755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10.108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11.254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11.656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13.700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9282 8738,'-8'0,"0"-1,0 1,0-1,0-1,0 1,0-1,1-1,-1 1,1-1,0-1,0 1,0-1,-9-7,-11-8,0-2,-31-30,-129-153,-72-153,-32-142,130 179,-213-611,285 643,11-4,-59-453,111 463,22 202,11-154,-6 222,0 0,1 1,0-1,1 1,0 0,9-21,-12 31,0 0,1 0,-1 1,0-1,1 0,-1 0,1 1,-1-1,1 0,0 1,-1-1,1 0,-1 1,1-1,0 1,0-1,-1 1,1 0,0-1,0 1,0 0,-1-1,1 1,0 0,0 0,0 0,0 0,1 0,-1 0,1 1,0-1,-1 1,1 0,-1 0,1 0,-1 0,0 0,1 0,-1 0,0 0,0 0,2 3,3 4,-1 0,0 1,8 15,-9-13,0 0,-1 0,0 0,-1 0,0 0,1 21,-3-25,0 0,-1 0,0 0,0 0,0 0,-1 0,0 0,0 0,-1 0,0-1,-6 12,-28 31,-2-2,-63 59,26-28,58-59,-569 572,582-587,0 0,0 1,1 0,0 0,-6 9,9-13,0 0,1 0,-1 1,1-1,-1 0,1 0,-1 1,1-1,0 0,0 1,0-1,0 0,0 1,0-1,0 0,0 0,0 1,1-1,-1 0,0 1,1-1,-1 0,1 0,0 0,-1 1,1-1,0 0,-1 0,1 0,0 0,0 0,0 0,0-1,0 1,2 1,11 7,1 0,1 0,0-2,0 0,26 8,-6-6,62 9,-31-11,1-3,0-3,128-15,-105 0,-1-4,116-40,20-23,-4-9,395-226,-447 203,-29 18,-109 78,-25 14,0-1,0 0,-1 0,11-8,-15 10,0 0,0 0,0-1,0 1,0-1,-1 1,1-1,-1 0,0 0,0 1,0-1,0 0,0 0,-1 0,1-6,0-2,-1-1,-1 0,0 1,0-1,-1 1,-4-13,-27-71,5 17,7 12,11 41,2 0,1 0,-5-37,12 59,0-1,0 1,0 0,1 0,-1-1,1 1,0 0,0 0,0 0,0 0,1 0,-1 0,1 0,-1 1,1-1,0 0,0 1,0-1,1 1,3-3,6-5,0 2,1 0,18-10,10-5,50-43,38-25,-70 51,-2-3,-2-1,61-65,131-171,110-209,-302 399,-5-1,-4-3,62-179,-94 228,13-77,-25 104,0 0,-1 1,-1-1,0 0,-1 1,-1-1,-7-26,7 36,0 1,-1 0,0 0,0 1,0-1,-1 1,0-1,-8-10,5 11,-1-1,1 1,-1 0,0 0,0 1,-1 1,0-1,-11-3,-2-1,0 2,-32-7,0 4,-63-2,-92 6,-220 21,-558 101,-232 118,144 36,-1581 619,1680-472,189-31,181-45,158-47,133-41,104-38,174-172,1 2,2 1,3 2,1 1,-38 89,59-115,0 0,2 0,1 1,1 0,1 0,1 1,1-1,1 1,1-1,1 1,2-1,0 1,1-1,2 0,14 39,-10-38,1-2,1 0,1 0,1-1,1-1,35 39,-13-23,2 0,65 46,-2-13,170 89,371 123,254 7,158-42,-379-127,5-29,4-30,1-29,1077-90,-718-75,-81-54,-87-43,-87-36,-84-32,-93-18,-95-5,-90 7,-79 14,-204 160,-6-6,-7-6,-6-6,129-214,-168 224,-7-3,-7-3,-7-4,-6-2,49-218,-69 196,-8-2,10-247,-38 306,-6 0,-5 1,-6 0,-41-176,33 218,-4 2,-3 1,-4 1,-3 2,-61-99,55 113,-3 1,-2 3,-3 2,-2 2,-3 2,-91-68,59 60,-3 4,-2 4,-122-51,62 43,-2 6,-186-39,91 43,-300-21,-370 46,417 52,-513 95,-477 191,557-53,96 17,107 1,112-16,105-27,88-30,65-24,287-143,-1061 565,912-461,218-138,0-1,-1 0,1 0,-1-1,0 0,0 0,-9 2,10-3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16.225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20.787"/>
    </inkml:context>
    <inkml:brush xml:id="br0">
      <inkml:brushProperty name="width" value="0.2" units="cm"/>
      <inkml:brushProperty name="height" value="0.4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2356 6466,'-2'0,"-10"0,11-2,10-1,70-15,820-181,-41-3,68-21,-83 19,-167 41,-195 45,-174 43,-69 16,-415 118,-67 22,-169 57,-164 55,-2468 636,2669-754,74-21,92-20,-288 9,490-43,-10 0,0 0,0 0,-31-6,48 5,0 1,0 0,0 0,0 0,0-1,0 1,0 0,0-1,0 1,0-1,0 1,1-1,-1 0,0 1,0-1,0 0,1 0,-1 1,0-1,1 0,-1 0,1 0,-1 0,1 0,-1 0,1 0,0 0,-1 0,1 0,0 0,0 0,0 0,0 0,0 0,0 0,0 0,0 0,0 0,0 0,1-2,1-2,0 0,0 0,1 0,-1 0,1 1,0-1,5-5,92-98,-63 70,380-368,-90 91,-189 157,-137 158,-1 0,1-1,-1 1,0 0,1-1,-1 1,0 0,1-1,-1 1,0-1,0 1,1-1,-1 1,0 0,0-1,0 1,0-1,0 1,0-1,0 1,1-1,-1 1,-1-1,1 1,0-1,0 1,0-1,0 1,0-1,0 1,0-1,-1 1,1-1,0 1,0 0,-1-1,0 0,-20-5,-31 9,-122 33,159-33,15-3,0 0,0 0,0 0,0 0,0 0,-1 0,1 0,0 0,0 0,0 0,0 0,0 0,0 0,-1 0,1 0,0 0,0 0,0 1,0-1,0 0,0 0,0 0,-1 0,1 0,0 0,0 0,0 0,0 0,0 0,0 0,0 1,0-1,0 0,0 0,0 0,0 0,-1 0,1 0,0 0,0 1,0-1,0 0,0 0,0 0,0 0,0 0,0 0,0 1,0-1,0 0,0 0,1 0,-1 0,0 0,0 0,0 0,0 1,0-1,0 0,0 0,0 0,11 6,16 3,31-4,108-4,-80-3,383 2,-527 3,1 3,-1 3,-57 16,-24 4,96-21,-18 3,-86 4,145-14,0-1,1 0,-1 0,0 0,0 0,1 0,-1-1,0 1,1-1,-1 1,1-1,-1 1,-2-2,5-6,13-6,18-7,45-23,-39 24,993-509,-1014 522,19-11,44-27,-80 45,1 0,-1 0,0 0,1-1,-1 1,0 0,1 0,-1 0,0 0,0-1,1 1,-1 0,0 0,1 0,-1-1,0 1,0 0,1-1,-1 1,0 0,0 0,0-1,0 1,0 0,1-1,-1 1,0 0,0-1,0 1,0-1,0 1,0 0,0-1,0 1,0 0,0-1,-15-3,-31 8,-17 10,0 2,-64 26,62-19,-280 100,-121 52,-1267 523,1035-411,474-197,207-84,12-4,1 0,-1 0,0 0,0-1,-1 0,1 0,-8 0,38-12,83-20,232-63,331-94,238-72,1213-380,-21-80,-1647 545,-136 46,-1-12,-262 113,-41 15,-14 13,0 0,-1-1,1 1,0 0,0 0,0-1,0 1,-1 0,1 0,0-1,0 1,0 0,-1 0,1 0,0 0,0-1,-1 1,1 0,0 0,0 0,-1 0,1 0,0 0,-1 0,1 0,0 0,0 0,-1 0,1 0,0 0,-1 0,1 0,-37 4,-160 53,-83 41,-218 87,-184 75,-2690 1102,2928-1176,79-33,78-33,101-39,-142 55,478-190,328-121,355-127,212-78,2843-1087,-3284 1227,-174 66,-154 61,-123 47,-147 63,0 1,-1 0,1-1,-1 0,0 0,0-1,9-7,-15 11,1-1,0 1,-1-1,1 1,-1 0,1-1,-1 1,1 0,-1 0,1-1,-1 1,1 0,-1 0,1 0,-1-1,1 1,-1 0,1 0,-1 0,1 0,-1 0,1 0,-1 0,0 0,1 0,-1 0,1 1,-1-1,0 0,-55 8,-225 53,-288 92,-235 86,-3427 1286,3668-1292,120-42,116-46,-30 24,305-140,-2-1,118-57,222-105,410-191,383-169,251-115,-442 201,3672-1702,-3589 1647,-253 109,-245 110,-202 93,-234 130,46-37,-66 38,-17 20,0-1,1 1,-1 0,0-1,0 1,0 0,0-1,0 1,-1 0,1-1,0 1,0 0,0-1,0 1,0 0,0-1,0 1,-1 0,1 0,0-1,0 1,0 0,-1 0,1-1,0 1,0 0,-1 0,1 0,0-1,-1 1,1 0,0 0,0 0,-1 0,1 0,0 0,-1 0,1-1,0 1,-1 0,-15 0,1-1,0 2,0 0,-25 5,-803 156,809-155,-804 193,-1938 566,0 92,2765-855,-725 229,79-23,88-27,94-34,96-32,89-30,-58 8,325-89,2 1,0-2,0 0,-25 1,32-8,15-4,3 2,1 0,1 1,-1-1,11-5,188-116,359-204,324-169,1058-540,53 84,-1397 697,-206 100,-176 79,-210 76,-1 1,1 0,-1 0,1 1,11-1,-20 2,1 0,-1 0,0 0,1 0,-1 0,1 0,-1 0,0 0,1 0,-1 0,1 1,-1-1,0 0,1 0,-1 0,0 0,1 1,-1-1,0 0,1 0,-1 1,0-1,0 0,1 1,-1-1,0 0,0 1,0-1,1 0,-1 1,0-1,0 0,0 1,0-1,0 1,0-1,0 0,0 1,0-1,0 1,0-1,0 0,0 1,0-1,0 0,0 1,0-1,0 1,-1-1,1 0,0 1,0-1,0 0,-1 1,1-1,0 0,0 0,-1 1,-16 18,0-1,-1 0,-29 20,-270 211,-198 140,-867 659,10 35,1057-823,81-61,115-98,-240 223,341-301,16-19,-1 0,1-1,-1 1,0-1,0 0,0 0,-6 5,-189 125,-280 140,-102-18,49-24,474-200,-90 65,147-96,0 0,0 0,-1 0,1 0,0 0,0 0,-1 0,1 0,0 0,0 0,0 0,-1 0,1 0,0 1,0-1,0 0,-1 0,1 0,0 0,0 0,0 1,0-1,0 0,-1 0,1 0,0 1,0-1,0 0,0 0,0 0,0 1,0-1,0 0,0 0,0 1,0-1,0 0,0 0,0 0,0 1,0-1,0 0,0 0,0 1,0-1,0 0,0 0,0 0,0 1,1-1,17-2,114-42,-41 10,181-62,1068-364,-1294 445,-17 4,0 2,1 1,39-5,-66 13,1 0,-1 0,0 1,1-1,-1 1,1-1,-1 1,3 1,-2-1,-1 1,0-2,0 1,1 0,-1-1,1 0,-1 1,0-1,7-1,71-20,248-80,424-152,354-132,3790-1374,-3977 1413,-163 43,-150 39,-139 42,-123 43,-108 39,-173 101,104-84,-132 86,-35 37,-1 0,1-1,-1 1,0 0,1-1,-1 1,0 0,1-1,-1 1,0-1,1 1,-1-1,0 1,0-1,0 1,1-1,-1 1,0-1,0 1,0-1,0 1,0-1,0 1,0-1,0 1,0-1,0 1,0-1,0 1,-1-1,1 1,0-1,0 1,0-1,-1 1,1-1,-2 0,1 1,-1 0,1-1,-1 1,1 0,0 0,-1 0,1 0,-1 0,1 0,-1 0,1 1,-2 0,-6 1,0 1,0 0,1 0,0 1,-16 10,-148 109,-206 175,-212 171,-632 512,-582 464,1481-1192,83-71,120-94,-4-5,-3-5,-175 78,119-72,-145 58,-671 136,942-265,-9 4,-2-3,-77 5,140-19,0 1,1-1,-1 0,0 0,1 0,-1-1,0 0,-6-1,10 1,0 1,0-1,0 0,0 1,0-1,0 0,0 0,0 0,0 1,0-1,1 0,-1 0,0 0,1-1,-1 1,1 0,-1 0,1 0,-1 0,1 0,0-1,0 1,-1 0,1 0,0-1,0 1,0 0,1 0,-1-1,0 1,0 0,1 0,-1 0,0 0,1-1,-1 1,2-2,6-15,2-1,-1 2,2-1,22-27,229-275,248-232,198-157,818-659,109 120,-1039 853,-121 115,-122 99,-258 136,2 4,105-28,-186 64,41-8,-53 12,-1 1,0-1,1 1,-1 0,0 1,1-1,-1 0,1 1,-1 0,0 0,0 0,5 2,-7-2,0-1,-1 1,1 0,0 0,0 0,-1 0,1 0,-1 0,1 0,0 0,-1 0,0 0,1 0,-1 0,0 0,0 0,1 0,-1 1,0-1,0 0,0 0,0 0,-1 0,1 0,0 0,0 1,-1-1,1 0,0 0,-1 0,1 0,-2 2,-22 39,19-35,-464 808,-91 348,508-1050,-234 540,280-636,1 0,1 0,1 0,0 1,-1 30,10 86,-5-126,-1-2,1 1,0-1,0 0,0 0,1 0,0 0,0 0,1 0,-1 0,1-1,1 1,-1-1,1 0,0 0,0 0,5 5,-4-7,0 1,0-1,0 0,0-1,1 1,-1-1,1 0,0 0,0-1,-1 1,1-1,0-1,0 1,0-1,0 0,0 0,10-2,18-5,-1-1,-1-1,0-2,0-2,34-18,-36 18,245-119,1170-659,-1073 563,-323 195,-36 24,1-1,0 2,25-12,-39 20,0 0,0 0,0 0,0 0,0 0,0 0,0 0,0 0,0 0,0 0,0 0,0 1,0-1,0 0,0 0,0 0,0 0,0 0,0 0,0 0,0 0,0 0,0 0,0 0,0 0,0 1,0-1,0 0,0 0,0 0,0 0,0 0,0 0,0 0,0 0,0 0,0 0,0 0,0 0,1 0,-1 0,0 0,0 0,0 0,0 0,0 0,0 0,0 0,0 0,0 0,-14 18,-288 327,-17 15,-218 238,-296 336,631-704,-31 34,97-109,136-155,0 1,0-1,0 0,0 0,0 0,0 0,0 1,0-1,0 0,0 0,0 0,0 0,-1 0,1 1,0-1,0 0,0 0,0 0,0 0,-1 0,1 0,0 0,0 0,0 0,0 0,-1 1,1-1,0 0,0 0,0 0,0 0,-1 0,1 0,0 0,0 0,0 0,0 0,-1-1,1 1,0 0,0 0,0 0,0 0,0 0,-1 0,1 0,0 0,0 0,0 0,0-1,0 1,-1 0,1 0,-2-14,6-18,42-162,33-171,-64 270,-5 0,-2-130,-9 209,0 0,-1 1,-1-1,-1 1,0 0,-1 0,0 0,-1 1,-1 0,0 0,-1 0,-1 1,0 0,-21-22,15 23,0 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32.0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1041 54,'-399'10,"-9"1,391-12,0 1,0 1,0 0,0 2,0 0,0 0,0 2,1 0,-22 10,18-6,-4 2,45-15,528-100,-504 98,-23 4,-17 2,1-1,-1 0,1 0,-1 0,11-3,-8-1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32.5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32.91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35.03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3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46.02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47.7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4:48.1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18.18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838 23,'-135'-9,"35"1,-394 2,385 7,759-1,-613 4,-24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18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19.15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19.50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20.46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3784 2580,'0'0,"0"0,0 1,0-1,0 1,-1-1,1 0,0 1,0-1,0 1,0-1,0 0,-1 1,1-1,0 0,0 1,-1-1,1 0,0 1,0-1,-1 0,1 0,0 1,-1-1,1 0,0 0,-1 0,1 1,-1-1,1 0,0 0,-1 0,1 0,0 0,-1 0,1 0,-1 0,1 0,-1 0,1 0,0 0,-1 0,1 0,0 0,-1 0,1-1,-1 1,1 0,-21-10,6-2,0-1,1 0,1-1,0-1,-18-26,12 11,0-1,-16-39,33 65,0 0,0 0,0 0,0-1,1 1,0 0,-1-9,2 11,1 0,-1 1,1-1,-1 0,1 1,0-1,0 0,0 1,0-1,0 1,1 0,-1-1,1 1,0 0,-1 0,1 0,0 0,0 0,1 1,2-3,3-2,0 2,0-1,0 1,14-5,7 0,46-10,334-28,238 24,69 36,-1 30,713 139,-961-87,-124-5,-226-55,154 70,-248-95,0 1,-1 1,0 1,25 20,-45-32,0 0,0 1,-1-1,1 0,-1 1,1 0,-1-1,1 1,-1 0,0 0,0 0,0 0,0 0,0 0,0 0,0 3,-1-5,0 1,-1-1,1 0,0 1,0-1,0 1,0-1,-1 1,1-1,0 1,0-1,-1 0,1 1,0-1,-1 1,1-1,0 0,-1 1,1-1,-1 0,1 0,-1 1,1-1,-1 0,-24 3,-74-4,-982 0,62 25,-3686 314,4218-282,117-9,146-16,-229 28,318-47,-177-8,296-4,10 0,-1 0,0 0,0-1,0 0,1 0,-1 0,0-1,-8-4,14 6,-1-1,1 0,0 0,0 0,-1 0,1 0,0 0,0 0,0 0,1-1,-1 1,0 0,0-1,1 1,-1 0,0-1,1 1,-1-3,1 0,0 1,-1-1,2 1,-1-1,0 0,1 1,0-1,0 1,0-1,0 1,2-5,11-19,1-1,2 2,24-31,217-252,227-168,201-91,-325 303,11 16,774-381,-838 494,420-123,-470 187,3 11,292-28,31 59,-130 63,-349-16,115 33,-159-32,61 27,-99-35,0 1,-2 1,1 1,-2 1,20 17,-33-25,-1-1,0 1,0 0,-1 1,1 0,-1-1,-1 2,0-1,0 0,0 1,-1 0,0 0,3 11,-5-12,0 0,-1 1,0-1,0 0,-1 0,1 1,-2-1,1 0,-1 0,0 0,0 0,-1-1,0 1,0 0,-6 6,-6 10,-2-2,-1 1,-1-2,0-1,-35 27,30-25,-72 57,-153 96,-126 40,180-116,-5-8,-252 76,359-139,92-28,1 1,-1 0,1 0,-1 1,1-1,-1 0,0 0,1 0,-1 0,1 0,-1 0,1 1,-1-1,1 0,-1 1,1-1,0 0,-1 1,1-1,-1 0,1 1,0-1,-1 1,1-1,0 0,-1 1,1-1,0 1,0-1,0 1,-1-1,1 1,0-1,0 1,0 0,0-1,0 1,0-1,0 1,0-1,0 1,0-1,0 1,0-1,1 1,-1-1,0 1,0-1,0 1,1-1,-1 1,0-1,1 1,-1-1,0 0,1 1,-1-1,1 1,32 27,-26-22,626 420,-561-381,539 317,218 140,-640-374,224 146,-362-242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23.43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23.7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57.97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59.20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6254 2498,'-9'-2,"1"1,0-2,0 1,0-1,0 0,-14-8,2 2,-70-36,59 28,0 2,-1 1,-63-18,44 20,-63-5,89 15,0 1,0 1,0 2,-41 7,6 0,34-5,1 0,-29 10,-273 98,277-92,50-20,0 0,0 0,-1 1,1-1,0 0,0 0,-1 0,1 0,0 0,0 0,0 0,-1 0,1 0,0 0,0 1,0-1,-1 0,1 0,0 0,0 0,0 1,0-1,0 0,-1 0,1 0,0 1,0-1,0 0,0 0,0 1,0-1,0 0,0 0,0 0,0 1,0-1,0 0,0 0,0 1,0-1,0 0,0 0,0 1,0-1,0 0,0 0,1 1,18 2,-2-3,1-1,-1-1,25-6,273-68,358-116,276-96,2718-916,-3152 1015,-177 54,-142 43,-177 82,-1-1,0 0,22-20,-38 30,0-1,0 1,0-1,0 0,0 0,-1 0,1 0,-1 0,1 0,-1 0,0-1,0 1,0 0,0-1,0 1,-1-1,1 1,-1-1,1 1,-1-1,0 1,0-1,0 0,0 1,-1-1,1 1,-1-1,1 1,-1-1,0 1,-1-4,-4-2,0-1,0 1,-1 1,0-1,-1 1,-11-9,-10-11,18 15,5 6,1 0,-1 0,0 1,0 0,0 0,-1 0,-11-6,8 8,0-1,0 1,0 1,0 0,0 0,-1 1,1 1,0-1,-16 3,-335 38,-354 80,-263 62,-1305 228,-20-61,1238-217,98-25,135-24,153-24,155-23,143-17,-35-12,332-11,64 2,20 2,0 0,0 0,0 0,0 0,0 0,0 0,0 0,0 0,-1 0,1 0,0 0,0 0,0 0,0 0,0 0,0 0,0 0,0 0,-1 0,1 0,0 0,0 0,0 0,0 0,0 0,0 0,0 0,0 0,-1 0,1 0,0 0,0 0,0 0,0 0,0 0,0-1,0 1,0 0,0 0,0 0,0 0,0 0,-1 0,1 0,0 0,0 0,0-1,0 1,0 0,0 0,0 0,0 0,0 0,0 0,0 0,0 0,0-1,0 1,0 0,0 0,0 0,0 0,1 0,-1 0,0 0,0-1,55-10,220-25,405-34,330-17,149 5,-41 21,-170 32,-231 31,-231 23,-193 17,-266-37,0 2,-1 1,47 21,-68-27,-1 0,1 1,-1-1,0 1,1 0,-1 0,-1 0,1 1,0-1,-1 1,0 0,0 0,0 0,0 0,-1 1,0-1,4 9,-6-8,1 0,-1 0,0 0,0 0,0 0,-1 0,1 0,-1 0,-1 0,1 0,-1 0,1 0,-1-1,-1 1,-3 5,-25 44,18-35,2 1,0 0,1 1,1 0,0 0,2 1,-7 35,9-7,1 1,7 98,28 107,-16-147,24 190,12 95,38 339,75 551,-104-913,28-18,-62-282,3-1,66 116,100 119,-138-219,452 768,-49 35,-210-398,-223-438,91 165,-87-181,-23-28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6:59.70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7:00.2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7:01.65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7004 8321,'-232'51,"-245"78,-219 85,-123 63,-2889 1282,3295-1354,120-53,263-136,-241 137,219-113,51-40,0 1,0 0,0 0,0-1,0 1,1 0,-1 0,0 0,0 0,1 0,-1 1,1-1,-1 0,1 0,-1 0,1 0,0 1,0-1,-1 2,2-2,0 0,0 1,0-1,-1 0,1 0,0 0,1-1,-1 1,0 0,0 0,0 0,0-1,1 1,-1-1,0 1,1-1,-1 1,0-1,1 0,1 0,26 6,0-2,49 0,406-4,469-80,451-149,350-182,215-180,112-158,3995-2015,-4347 1806,-247 41,-289 82,-311 131,-298 159,-482 439,128-171,-206 243,37-72,-55 93,0-1,-1 0,-1 0,0 0,4-28,-7 36,-1 0,0 0,0 0,0-1,-1 1,0 0,0 0,-1 0,1 0,-1 1,-1-1,-3-8,2 8,-1 0,0 0,0 0,0 0,0 1,-1 0,0 0,0 1,0 0,-14-7,0 1,0 2,-1 0,0 2,-31-6,-8 2,-82-4,-23 12,-289 33,-471 134,-279 168,-219 178,-141 156,-1587 933,97 189,1758-981,177-84,213-117,220-132,213-135,181-123,145-99,124-95,25-23,0 0,0-1,-1 1,1 0,0-1,0 1,-1-1,1 0,0 1,-1-1,1 0,-1 0,1 0,-1 0,2-2,293-180,447-297,413-274,303-213,179-125,3263-2229,-3532 2390,-221 163,-256 179,-265 177,-238 155,-196 123,-188 131,-1 0,0-1,0 1,-1-1,1 0,4-6,-8 10,0 0,1-1,-1 1,0 0,0 0,0 0,0-1,0 1,0 0,0 0,0 0,0-1,0 1,0 0,0 0,0 0,0 0,0-1,0 1,0 0,0 0,0 0,-1-1,1 1,0 0,0 0,0 0,0 0,0-1,0 1,-1 0,1 0,0 0,0 0,0 0,0 0,0 0,-1-1,1 1,0 0,-1 0,-16 0,-51 14,-110 39,-420 152,-352 147,-272 143,-168 127,-1167 650,62 99,1719-924,235-130,206-117,158-92,119-69,55-37,9-6,36-24,171-124,274-218,244-209,2141-1845,-2471 2067,-126 107,-25 10,-218 208,-18 18,0 0,1 1,1 0,0 1,1 1,0 0,1 2,0 0,0 1,1 0,0 2,0 0,20-2,93-9,257 3,-290 14,510 6,0 45,-554-43,0 2,0 4,75 27,-97-27,-1 1,0 1,-1 2,0 2,-2 0,36 33,-11-2,-3 3,-3 2,-2 1,-2 3,-4 2,47 93,-44-64,-4 2,-4 2,-4 1,20 116,-33-141,36 95,-5-21,-38-103,-4-7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17:17:02.2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7.47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7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  <inkml:trace contextRef="#ctx0" brushRef="#br0" timeOffset="1">1 1,'0'0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20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5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88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9.90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4374 3435,'-176'169,"-180"168,-167 148,-1638 1421,1808-1621,85-81,-59 11,310-205,0 0,0 0,0-1,-1-1,0-1,0 0,-1-1,-36 6,55-12,-12 0,10-3,10-4,94-55,299-182,409-266,330-223,4877-3400,-5285 3597,-216 149,-189 134,-148 107,-158 129,33-38,-43 36,-11 18,0 1,1 0,-1 0,0-1,0 1,0 0,0-1,0 1,0 0,0 0,0-1,0 1,0 0,-1-1,1 1,0 0,0 0,0-1,0 1,0 0,0 0,-1-1,1 1,0 0,0 0,0-1,-1 1,1 0,0 0,0 0,0 0,-1-1,-2 1,1-1,-1 1,1 0,-1 0,1 0,-1 0,1 1,-1-1,-4 2,-48 13,-79 31,-575 251,470-190,-716 320,-1597 755,22 65,1921-933,151-77,125-67,-33 16,234-126,139-62,-1 0,1 0,0 1,0 0,-1 0,1 0,7 1,3-1,77-4,301-32,562-172,-779 156,-168 50,7-2,-31 12,-17 8,-108 54,23-10,-831 400,762-380,164-69,21-10,-1 0,1 0,0 0,0 0,0 0,0 0,0 0,-1 0,1 0,0 0,0 0,0 0,0 0,0 0,-1 0,1 0,0 0,0 0,0 0,0 0,0 0,0 0,-1 0,1 0,0 1,0-1,0 0,0 0,0 0,0 0,0 0,0 0,-1 0,1 1,0-1,0 0,0 0,0 0,0 0,0 0,0 0,0 1,0-1,0 0,0 0,0 0,0 0,0 0,0 1,0-1,0 0,0 0,0 0,0 0,0 0,0 1,0-1,0 0,0 0,1 0,-1 0,0 0,0 0,17-2,-1-1,0-1,17-5,854-274,-626 195,804-278,102-48,-71 17,-184 63,-226 84,-220 82,-40 18,-385 137,-76 31,17-10,-348 173,51-24,-449 208,-191 67,-63 5,35-36,99-56,128-63,134-59,130-54,126-51,-38-3,373-107,17-4,0-1,-1 0,1 0,-21 0,32-5,8-3,17-7,-20 11,73-41,19-13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7.47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7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  <inkml:trace contextRef="#ctx0" brushRef="#br0" timeOffset="1">1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20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5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8.88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6T01:31:29.90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4374 3435,'-176'169,"-180"168,-167 148,-1638 1421,1808-1621,85-81,-59 11,310-205,0 0,0 0,0-1,-1-1,0-1,0 0,-1-1,-36 6,55-12,-12 0,10-3,10-4,94-55,299-182,409-266,330-223,4877-3400,-5285 3597,-216 149,-189 134,-148 107,-158 129,33-38,-43 36,-11 18,0 1,1 0,-1 0,0-1,0 1,0 0,0-1,0 1,0 0,0 0,0-1,0 1,0 0,-1-1,1 1,0 0,0 0,0-1,0 1,0 0,0 0,-1-1,1 1,0 0,0 0,0-1,-1 1,1 0,0 0,0 0,0 0,-1-1,-2 1,1-1,-1 1,1 0,-1 0,1 0,-1 0,1 1,-1-1,-4 2,-48 13,-79 31,-575 251,470-190,-716 320,-1597 755,22 65,1921-933,151-77,125-67,-33 16,234-126,139-62,-1 0,1 0,0 1,0 0,-1 0,1 0,7 1,3-1,77-4,301-32,562-172,-779 156,-168 50,7-2,-31 12,-17 8,-108 54,23-10,-831 400,762-380,164-69,21-10,-1 0,1 0,0 0,0 0,0 0,0 0,0 0,-1 0,1 0,0 0,0 0,0 0,0 0,0 0,-1 0,1 0,0 0,0 0,0 0,0 0,0 0,0 0,-1 0,1 0,0 1,0-1,0 0,0 0,0 0,0 0,0 0,0 0,-1 0,1 1,0-1,0 0,0 0,0 0,0 0,0 0,0 0,0 1,0-1,0 0,0 0,0 0,0 0,0 0,0 1,0-1,0 0,0 0,0 0,0 0,0 0,0 1,0-1,0 0,0 0,1 0,-1 0,0 0,0 0,17-2,-1-1,0-1,17-5,854-274,-626 195,804-278,102-48,-71 17,-184 63,-226 84,-220 82,-40 18,-385 137,-76 31,17-10,-348 173,51-24,-449 208,-191 67,-63 5,35-36,99-56,128-63,134-59,130-54,126-51,-38-3,373-107,17-4,0-1,-1 0,1 0,-21 0,32-5,8-3,17-7,-20 11,73-41,19-13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99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B24C-6432-7BE5-F2F7-90CA461A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CC8CC-1DE6-0CDC-7334-8A302A06D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53593-825B-F310-BAC5-6DA6B2864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69EC6-D576-B214-7EAA-5B1B39F5A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1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1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2E89-32B8-F161-052C-48928EBD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F4430-9943-CA1B-E789-7B688FB2F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F4D7C-A085-8A75-1499-F1454E4A7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388BD-4B61-E45E-E41C-3249CE29F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55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0CA7-019A-2980-C262-1D693C1D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93EF1-E4B7-AF3B-979F-CB5AF31CE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19C1E-15E9-49ED-A6DF-9A12CFD90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0D1D5-077F-0144-B751-168CA3809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78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093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18" Type="http://schemas.openxmlformats.org/officeDocument/2006/relationships/image" Target="../media/image6.png"/><Relationship Id="rId26" Type="http://schemas.openxmlformats.org/officeDocument/2006/relationships/customXml" Target="../ink/ink18.xml"/><Relationship Id="rId39" Type="http://schemas.openxmlformats.org/officeDocument/2006/relationships/customXml" Target="../ink/ink28.xml"/><Relationship Id="rId21" Type="http://schemas.openxmlformats.org/officeDocument/2006/relationships/customXml" Target="../ink/ink13.xml"/><Relationship Id="rId34" Type="http://schemas.openxmlformats.org/officeDocument/2006/relationships/customXml" Target="../ink/ink24.xml"/><Relationship Id="rId42" Type="http://schemas.openxmlformats.org/officeDocument/2006/relationships/image" Target="../media/image1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.png"/><Relationship Id="rId20" Type="http://schemas.openxmlformats.org/officeDocument/2006/relationships/image" Target="../media/image7.png"/><Relationship Id="rId29" Type="http://schemas.openxmlformats.org/officeDocument/2006/relationships/customXml" Target="../ink/ink20.xml"/><Relationship Id="rId41" Type="http://schemas.openxmlformats.org/officeDocument/2006/relationships/customXml" Target="../ink/ink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customXml" Target="../ink/ink7.xml"/><Relationship Id="rId24" Type="http://schemas.openxmlformats.org/officeDocument/2006/relationships/customXml" Target="../ink/ink16.xml"/><Relationship Id="rId32" Type="http://schemas.openxmlformats.org/officeDocument/2006/relationships/customXml" Target="../ink/ink23.xml"/><Relationship Id="rId37" Type="http://schemas.openxmlformats.org/officeDocument/2006/relationships/customXml" Target="../ink/ink27.xml"/><Relationship Id="rId40" Type="http://schemas.openxmlformats.org/officeDocument/2006/relationships/customXml" Target="../ink/ink29.xml"/><Relationship Id="rId5" Type="http://schemas.openxmlformats.org/officeDocument/2006/relationships/customXml" Target="../ink/ink2.xml"/><Relationship Id="rId15" Type="http://schemas.openxmlformats.org/officeDocument/2006/relationships/customXml" Target="../ink/ink10.xml"/><Relationship Id="rId23" Type="http://schemas.openxmlformats.org/officeDocument/2006/relationships/customXml" Target="../ink/ink15.xml"/><Relationship Id="rId28" Type="http://schemas.openxmlformats.org/officeDocument/2006/relationships/image" Target="../media/image8.png"/><Relationship Id="rId36" Type="http://schemas.openxmlformats.org/officeDocument/2006/relationships/customXml" Target="../ink/ink26.xml"/><Relationship Id="rId10" Type="http://schemas.openxmlformats.org/officeDocument/2006/relationships/customXml" Target="../ink/ink6.xml"/><Relationship Id="rId19" Type="http://schemas.openxmlformats.org/officeDocument/2006/relationships/customXml" Target="../ink/ink12.xml"/><Relationship Id="rId31" Type="http://schemas.openxmlformats.org/officeDocument/2006/relationships/customXml" Target="../ink/ink22.xml"/><Relationship Id="rId44" Type="http://schemas.openxmlformats.org/officeDocument/2006/relationships/image" Target="../media/image2.jpg"/><Relationship Id="rId4" Type="http://schemas.openxmlformats.org/officeDocument/2006/relationships/image" Target="../media/image21.png"/><Relationship Id="rId9" Type="http://schemas.openxmlformats.org/officeDocument/2006/relationships/customXml" Target="../ink/ink5.xml"/><Relationship Id="rId14" Type="http://schemas.openxmlformats.org/officeDocument/2006/relationships/customXml" Target="../ink/ink9.xml"/><Relationship Id="rId22" Type="http://schemas.openxmlformats.org/officeDocument/2006/relationships/customXml" Target="../ink/ink14.xml"/><Relationship Id="rId27" Type="http://schemas.openxmlformats.org/officeDocument/2006/relationships/customXml" Target="../ink/ink19.xml"/><Relationship Id="rId30" Type="http://schemas.openxmlformats.org/officeDocument/2006/relationships/customXml" Target="../ink/ink21.xml"/><Relationship Id="rId35" Type="http://schemas.openxmlformats.org/officeDocument/2006/relationships/customXml" Target="../ink/ink25.xml"/><Relationship Id="rId43" Type="http://schemas.openxmlformats.org/officeDocument/2006/relationships/customXml" Target="../ink/ink31.xml"/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12" Type="http://schemas.openxmlformats.org/officeDocument/2006/relationships/customXml" Target="../ink/ink8.xml"/><Relationship Id="rId17" Type="http://schemas.openxmlformats.org/officeDocument/2006/relationships/customXml" Target="../ink/ink11.xml"/><Relationship Id="rId25" Type="http://schemas.openxmlformats.org/officeDocument/2006/relationships/customXml" Target="../ink/ink17.xml"/><Relationship Id="rId33" Type="http://schemas.openxmlformats.org/officeDocument/2006/relationships/image" Target="../media/image9.png"/><Relationship Id="rId38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2.jpg"/><Relationship Id="rId3" Type="http://schemas.openxmlformats.org/officeDocument/2006/relationships/customXml" Target="../ink/ink32.xml"/><Relationship Id="rId7" Type="http://schemas.openxmlformats.org/officeDocument/2006/relationships/image" Target="../media/image1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3.xml"/><Relationship Id="rId11" Type="http://schemas.openxmlformats.org/officeDocument/2006/relationships/customXml" Target="../ink/ink37.xml"/><Relationship Id="rId5" Type="http://schemas.openxmlformats.org/officeDocument/2006/relationships/image" Target="../media/image18.png"/><Relationship Id="rId10" Type="http://schemas.openxmlformats.org/officeDocument/2006/relationships/customXml" Target="../ink/ink36.xml"/><Relationship Id="rId9" Type="http://schemas.openxmlformats.org/officeDocument/2006/relationships/customXml" Target="../ink/ink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13.png"/><Relationship Id="rId3" Type="http://schemas.openxmlformats.org/officeDocument/2006/relationships/customXml" Target="../ink/ink38.xml"/><Relationship Id="rId7" Type="http://schemas.openxmlformats.org/officeDocument/2006/relationships/image" Target="../media/image1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9.xml"/><Relationship Id="rId11" Type="http://schemas.openxmlformats.org/officeDocument/2006/relationships/customXml" Target="../ink/ink43.xml"/><Relationship Id="rId5" Type="http://schemas.openxmlformats.org/officeDocument/2006/relationships/image" Target="../media/image18.png"/><Relationship Id="rId10" Type="http://schemas.openxmlformats.org/officeDocument/2006/relationships/customXml" Target="../ink/ink42.xml"/><Relationship Id="rId9" Type="http://schemas.openxmlformats.org/officeDocument/2006/relationships/customXml" Target="../ink/ink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 rot="10800000" flipV="1">
            <a:off x="1296140" y="2609709"/>
            <a:ext cx="9538255" cy="1815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Submitted by:                                                         </a:t>
            </a:r>
          </a:p>
          <a:p>
            <a:endParaRPr lang="en-US" sz="2000" b="1" i="1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20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NAME- Gaurav Rao</a:t>
            </a:r>
          </a:p>
          <a:p>
            <a:r>
              <a:rPr lang="en-US" sz="20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Roll no-202310101150095</a:t>
            </a:r>
          </a:p>
          <a:p>
            <a:r>
              <a:rPr lang="en-US" sz="20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Course- Btech Cs(Ds+Ai)</a:t>
            </a:r>
          </a:p>
          <a:p>
            <a:endParaRPr lang="en-US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8E67F-71E2-865D-7FEF-FB35547DF6B5}"/>
              </a:ext>
            </a:extLst>
          </p:cNvPr>
          <p:cNvSpPr/>
          <p:nvPr/>
        </p:nvSpPr>
        <p:spPr>
          <a:xfrm rot="10800000" flipV="1">
            <a:off x="722751" y="1390754"/>
            <a:ext cx="864318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sz="2800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Dashboard for Airport Company Data</a:t>
            </a:r>
          </a:p>
        </p:txBody>
      </p:sp>
      <p:pic>
        <p:nvPicPr>
          <p:cNvPr id="1026" name="Picture 2" descr="Download Airplane, Airline, Blue. Royalty-Free Vector Graphic - Pixabay">
            <a:extLst>
              <a:ext uri="{FF2B5EF4-FFF2-40B4-BE49-F238E27FC236}">
                <a16:creationId xmlns:a16="http://schemas.microsoft.com/office/drawing/2014/main" id="{4D0802CD-7B3E-F4DF-345E-ADC2B9BD8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907" y="182101"/>
            <a:ext cx="4605093" cy="635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531126" y="338553"/>
            <a:ext cx="475190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3200" b="1" i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531126" y="2535382"/>
            <a:ext cx="5293972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In this project we discuss about a Airport employee details and his flight details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i="1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Objecives of this analysis to know details about employee of this company and flight Details.</a:t>
            </a:r>
          </a:p>
          <a:p>
            <a:endParaRPr lang="en-US" sz="1600" b="1" i="1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US" sz="1600" b="1" i="1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69811" y="91310"/>
            <a:ext cx="2642429" cy="6858000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0429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AB19-4763-26E8-36DB-D83C1E9C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CABE0-59B2-0862-6EAC-F15D160636F7}"/>
              </a:ext>
            </a:extLst>
          </p:cNvPr>
          <p:cNvSpPr txBox="1"/>
          <p:nvPr/>
        </p:nvSpPr>
        <p:spPr>
          <a:xfrm>
            <a:off x="713852" y="319117"/>
            <a:ext cx="41490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39FC56-B80E-F178-D5C6-849CD90F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9232D1A-BFFE-9025-3BDD-E08C635CB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83821" y="1881815"/>
            <a:ext cx="4144364" cy="3536557"/>
            <a:chOff x="1183821" y="1692049"/>
            <a:chExt cx="4144364" cy="35365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0C0445-A867-8DA7-D5CE-303A6BF13573}"/>
                </a:ext>
              </a:extLst>
            </p:cNvPr>
            <p:cNvSpPr/>
            <p:nvPr/>
          </p:nvSpPr>
          <p:spPr>
            <a:xfrm>
              <a:off x="1183821" y="1692049"/>
              <a:ext cx="353619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86749C-27EE-9B11-0B4F-BCBCC75974C9}"/>
                </a:ext>
              </a:extLst>
            </p:cNvPr>
            <p:cNvSpPr/>
            <p:nvPr/>
          </p:nvSpPr>
          <p:spPr>
            <a:xfrm>
              <a:off x="1183821" y="2775416"/>
              <a:ext cx="353619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1555D-D0E9-0139-200B-B65B708F650A}"/>
                </a:ext>
              </a:extLst>
            </p:cNvPr>
            <p:cNvSpPr/>
            <p:nvPr/>
          </p:nvSpPr>
          <p:spPr>
            <a:xfrm>
              <a:off x="1791990" y="3424171"/>
              <a:ext cx="353619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4FFF84-0789-B615-2ACA-F8F8B5FA4FBB}"/>
                </a:ext>
              </a:extLst>
            </p:cNvPr>
            <p:cNvSpPr/>
            <p:nvPr/>
          </p:nvSpPr>
          <p:spPr>
            <a:xfrm>
              <a:off x="1548228" y="4982385"/>
              <a:ext cx="353619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75ADBD64-4EC8-E279-BE2E-9CE08CCE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C95C09-5AE7-A46C-92F6-4EF248719C1D}"/>
                  </a:ext>
                </a:extLst>
              </p14:cNvPr>
              <p14:cNvContentPartPr/>
              <p14:nvPr/>
            </p14:nvContentPartPr>
            <p14:xfrm>
              <a:off x="5677560" y="2681580"/>
              <a:ext cx="479520" cy="25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9EEEBD-6A8D-C901-3DEC-CDAB20063F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1920" y="2609580"/>
                <a:ext cx="5511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9BE1557-F7D4-2831-D2D8-849C381F782E}"/>
                  </a:ext>
                </a:extLst>
              </p14:cNvPr>
              <p14:cNvContentPartPr/>
              <p14:nvPr/>
            </p14:nvContentPartPr>
            <p14:xfrm>
              <a:off x="5668920" y="268950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8AC0F62-EFAF-BC42-26E8-B00C9F97A4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3280" y="261786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727C053-D3D9-8467-0213-796E6C04F525}"/>
                  </a:ext>
                </a:extLst>
              </p14:cNvPr>
              <p14:cNvContentPartPr/>
              <p14:nvPr/>
            </p14:nvContentPartPr>
            <p14:xfrm>
              <a:off x="5668920" y="268950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1174BC-1009-FA05-A3EB-51FA67AE3B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3280" y="261786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72E1DF6-3C54-41C1-E487-37EAF780FE98}"/>
                  </a:ext>
                </a:extLst>
              </p14:cNvPr>
              <p14:cNvContentPartPr/>
              <p14:nvPr/>
            </p14:nvContentPartPr>
            <p14:xfrm>
              <a:off x="5966280" y="3367740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E73E464-72C4-3F66-4DDA-BB5D39A82F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0640" y="329610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A04B089-7194-2B81-8881-A7460F7DF6C2}"/>
                  </a:ext>
                </a:extLst>
              </p14:cNvPr>
              <p14:cNvContentPartPr/>
              <p14:nvPr/>
            </p14:nvContentPartPr>
            <p14:xfrm>
              <a:off x="5966280" y="336774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312B88-BAD4-1403-7D5F-C8A97CB1A3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0640" y="329610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4C17E8-74BD-55B2-0649-2322F1443127}"/>
                  </a:ext>
                </a:extLst>
              </p14:cNvPr>
              <p14:cNvContentPartPr/>
              <p14:nvPr/>
            </p14:nvContentPartPr>
            <p14:xfrm>
              <a:off x="5966280" y="336774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180ACAE-0D62-673C-F7B6-4D12024DBA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0640" y="329610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70F379F-8128-B2F5-F90A-6B7780B7E192}"/>
                  </a:ext>
                </a:extLst>
              </p14:cNvPr>
              <p14:cNvContentPartPr/>
              <p14:nvPr/>
            </p14:nvContentPartPr>
            <p14:xfrm>
              <a:off x="5966280" y="336774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1BA6D45-CB3A-2874-7ADB-5264B3EDEF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0640" y="329610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D5C070D-C23E-7E92-404C-CDB79276642E}"/>
                  </a:ext>
                </a:extLst>
              </p14:cNvPr>
              <p14:cNvContentPartPr/>
              <p14:nvPr/>
            </p14:nvContentPartPr>
            <p14:xfrm>
              <a:off x="2906924" y="627445"/>
              <a:ext cx="5573880" cy="3145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2ABFE43-8ACC-8A78-8802-B59CD69C01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1284" y="555805"/>
                <a:ext cx="5645520" cy="32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F364A8A-FE29-FFD3-FBD5-F973CC761B4E}"/>
                  </a:ext>
                </a:extLst>
              </p14:cNvPr>
              <p14:cNvContentPartPr/>
              <p14:nvPr/>
            </p14:nvContentPartPr>
            <p14:xfrm>
              <a:off x="6034680" y="2811540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93F22EB-2570-A55E-AC9F-5EAFB9AB12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99040" y="273990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DAD0451-4688-8429-8CD4-E8DB001C12C3}"/>
                  </a:ext>
                </a:extLst>
              </p14:cNvPr>
              <p14:cNvContentPartPr/>
              <p14:nvPr/>
            </p14:nvContentPartPr>
            <p14:xfrm>
              <a:off x="5186880" y="484140"/>
              <a:ext cx="5379840" cy="2419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4E5F656-E3F8-35A0-03A3-A477AA350D3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50880" y="412140"/>
                <a:ext cx="5451480" cy="25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2F94226-7DA9-36E7-0306-36DE88AB1404}"/>
                  </a:ext>
                </a:extLst>
              </p14:cNvPr>
              <p14:cNvContentPartPr/>
              <p14:nvPr/>
            </p14:nvContentPartPr>
            <p14:xfrm>
              <a:off x="5630040" y="2632620"/>
              <a:ext cx="375120" cy="4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C2A8677-3B1E-0D5A-4DA2-D68FF1607F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40040" y="2452980"/>
                <a:ext cx="5547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2042DE-97ED-1CFB-D8B5-102F1F30AE13}"/>
                  </a:ext>
                </a:extLst>
              </p14:cNvPr>
              <p14:cNvContentPartPr/>
              <p14:nvPr/>
            </p14:nvContentPartPr>
            <p14:xfrm>
              <a:off x="5874840" y="2628660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5C4F744-008C-E594-F18A-AA781790820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85200" y="24490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5BAB644-4B77-DB05-1BA6-3236D93E09EE}"/>
                  </a:ext>
                </a:extLst>
              </p14:cNvPr>
              <p14:cNvContentPartPr/>
              <p14:nvPr/>
            </p14:nvContentPartPr>
            <p14:xfrm>
              <a:off x="5874840" y="262866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09782C8-A5DA-8C78-EBED-949B3813668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85200" y="24490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ED54AA6-2569-8036-B593-8DDA184A8CC2}"/>
                  </a:ext>
                </a:extLst>
              </p14:cNvPr>
              <p14:cNvContentPartPr/>
              <p14:nvPr/>
            </p14:nvContentPartPr>
            <p14:xfrm>
              <a:off x="5082480" y="3283860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A37B6EF-88F2-1A94-807E-7451278C946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92840" y="31042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BAE333A-57AC-B35C-CC5F-DE7FDA7057E9}"/>
                  </a:ext>
                </a:extLst>
              </p14:cNvPr>
              <p14:cNvContentPartPr/>
              <p14:nvPr/>
            </p14:nvContentPartPr>
            <p14:xfrm>
              <a:off x="6629040" y="472422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BA172D-FD9A-653F-5017-0BDA42DB59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39400" y="454458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645BF61-938A-727B-63EB-518ACE7CD126}"/>
                  </a:ext>
                </a:extLst>
              </p14:cNvPr>
              <p14:cNvContentPartPr/>
              <p14:nvPr/>
            </p14:nvContentPartPr>
            <p14:xfrm>
              <a:off x="3687840" y="3413460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BF150CE-7CC7-5786-F5E5-CB87D4334F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98200" y="32338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A84721-CE42-352D-7A7A-166FAEAA88A0}"/>
                  </a:ext>
                </a:extLst>
              </p14:cNvPr>
              <p14:cNvContentPartPr/>
              <p14:nvPr/>
            </p14:nvContentPartPr>
            <p14:xfrm>
              <a:off x="4488120" y="349734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505813E-AE4C-AB0A-D4EF-05B9F15B705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98480" y="33177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2A2AD7E-5085-B171-224F-F8CAD28BE7B1}"/>
                  </a:ext>
                </a:extLst>
              </p14:cNvPr>
              <p14:cNvContentPartPr/>
              <p14:nvPr/>
            </p14:nvContentPartPr>
            <p14:xfrm>
              <a:off x="4488120" y="3497340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BDAD62D-F5F0-CF6F-4C76-2F8227EF0C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98480" y="33177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83588EA-A691-241B-F92D-A85F6BBB76C4}"/>
                  </a:ext>
                </a:extLst>
              </p14:cNvPr>
              <p14:cNvContentPartPr/>
              <p14:nvPr/>
            </p14:nvContentPartPr>
            <p14:xfrm>
              <a:off x="4796280" y="1957980"/>
              <a:ext cx="301680" cy="8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50913A9-C708-01B2-F4EF-65B8AB603F0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706280" y="1777980"/>
                <a:ext cx="4813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F87237-C834-5077-FF8E-9AF0860EC59B}"/>
                  </a:ext>
                </a:extLst>
              </p14:cNvPr>
              <p14:cNvContentPartPr/>
              <p14:nvPr/>
            </p14:nvContentPartPr>
            <p14:xfrm>
              <a:off x="5051880" y="196590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5C44A85-C9CB-C2B8-9CB3-E3D9FF7FD88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62240" y="17862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C896396-824A-CED9-031C-B249D0AE7A13}"/>
                  </a:ext>
                </a:extLst>
              </p14:cNvPr>
              <p14:cNvContentPartPr/>
              <p14:nvPr/>
            </p14:nvContentPartPr>
            <p14:xfrm>
              <a:off x="5051880" y="1965900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C9CC5BE-6ADD-8125-792A-79E69BFCB05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62240" y="17862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C796B94-61A5-399A-8145-7A06D8996147}"/>
                  </a:ext>
                </a:extLst>
              </p14:cNvPr>
              <p14:cNvContentPartPr/>
              <p14:nvPr/>
            </p14:nvContentPartPr>
            <p14:xfrm>
              <a:off x="5051880" y="1965900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7398B63-7BC2-2EB6-1D45-DD153E2DD3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62240" y="17862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E45A80C-B67A-BFB2-92CF-76FF7D42DF97}"/>
                  </a:ext>
                </a:extLst>
              </p14:cNvPr>
              <p14:cNvContentPartPr/>
              <p14:nvPr/>
            </p14:nvContentPartPr>
            <p14:xfrm>
              <a:off x="3690000" y="1037460"/>
              <a:ext cx="3247920" cy="1212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65D8C90-79D7-5689-E49E-576B3FC61E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00000" y="857820"/>
                <a:ext cx="3427560" cy="15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9C02F13-A65F-DB80-5959-DBBE958E9BA4}"/>
                  </a:ext>
                </a:extLst>
              </p14:cNvPr>
              <p14:cNvContentPartPr/>
              <p14:nvPr/>
            </p14:nvContentPartPr>
            <p14:xfrm>
              <a:off x="11643120" y="1127460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C5C5EBA-1009-A1EF-25CA-F9631328154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553480" y="9478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0498B80-127E-6842-4341-5B6B48DC41EA}"/>
                  </a:ext>
                </a:extLst>
              </p14:cNvPr>
              <p14:cNvContentPartPr/>
              <p14:nvPr/>
            </p14:nvContentPartPr>
            <p14:xfrm>
              <a:off x="11643120" y="1127460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3ECA563-D681-9FE7-8186-D4913424529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553480" y="9478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A6400B1-59C3-666D-47F2-A30510F73EF5}"/>
                  </a:ext>
                </a:extLst>
              </p14:cNvPr>
              <p14:cNvContentPartPr/>
              <p14:nvPr/>
            </p14:nvContentPartPr>
            <p14:xfrm>
              <a:off x="5425200" y="1775100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3BAF319-5FE5-39F2-E1E4-38B2BDA63B4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35560" y="15954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24C654C-11DC-8B3D-DD9A-E550DB0D3711}"/>
                  </a:ext>
                </a:extLst>
              </p14:cNvPr>
              <p14:cNvContentPartPr/>
              <p14:nvPr/>
            </p14:nvContentPartPr>
            <p14:xfrm>
              <a:off x="3174120" y="876180"/>
              <a:ext cx="4282200" cy="3242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04BE74-7BF1-D410-DA1A-8B471A8B539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084120" y="696180"/>
                <a:ext cx="4461840" cy="36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D665438-9A94-8112-627C-8B3E2177313C}"/>
                  </a:ext>
                </a:extLst>
              </p14:cNvPr>
              <p14:cNvContentPartPr/>
              <p14:nvPr/>
            </p14:nvContentPartPr>
            <p14:xfrm>
              <a:off x="6476760" y="4122300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450B0E-8275-4A5D-C382-4065E6A1F86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87120" y="39426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4C7AAE3-491F-CC3E-E775-DB23F7E88827}"/>
                  </a:ext>
                </a:extLst>
              </p14:cNvPr>
              <p14:cNvContentPartPr/>
              <p14:nvPr/>
            </p14:nvContentPartPr>
            <p14:xfrm>
              <a:off x="6476760" y="4122300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8A59D53-FBDF-9E2B-F1B7-1CFBB85A638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87120" y="39426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5B0CBFF-2945-4505-A24D-1C752A0D4C1E}"/>
                  </a:ext>
                </a:extLst>
              </p14:cNvPr>
              <p14:cNvContentPartPr/>
              <p14:nvPr/>
            </p14:nvContentPartPr>
            <p14:xfrm>
              <a:off x="3753556" y="1297474"/>
              <a:ext cx="7633800" cy="4020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185EE1D-1CF9-D4F5-8DEF-D87BA06F6DF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63556" y="1117834"/>
                <a:ext cx="7813440" cy="43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19DF4A5-68CF-BF23-CAAC-439EB9F493F9}"/>
                  </a:ext>
                </a:extLst>
              </p14:cNvPr>
              <p14:cNvContentPartPr/>
              <p14:nvPr/>
            </p14:nvContentPartPr>
            <p14:xfrm>
              <a:off x="9738000" y="2118180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8368EFF-6757-9030-4923-F38128D8269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48360" y="1938540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0D24AD2-CFA4-11DD-F85E-5A453E4CAAB0}"/>
              </a:ext>
            </a:extLst>
          </p:cNvPr>
          <p:cNvSpPr txBox="1"/>
          <p:nvPr/>
        </p:nvSpPr>
        <p:spPr>
          <a:xfrm>
            <a:off x="822084" y="649894"/>
            <a:ext cx="108210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1">
                <a:latin typeface="+mj-lt"/>
              </a:rPr>
              <a:t> </a:t>
            </a:r>
          </a:p>
          <a:p>
            <a:pPr marL="514350" indent="-514350" algn="l" fontAlgn="base">
              <a:buAutoNum type="romanLcParenR"/>
            </a:pPr>
            <a:endParaRPr lang="en-US" sz="2000" b="1">
              <a:latin typeface="+mj-lt"/>
            </a:endParaRPr>
          </a:p>
          <a:p>
            <a:pPr algn="l" fontAlgn="base"/>
            <a:endParaRPr lang="en-US" sz="20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DA537-FB5C-894C-C022-F4761BFD1C4F}"/>
              </a:ext>
            </a:extLst>
          </p:cNvPr>
          <p:cNvPicPr>
            <a:picLocks noChangeAspect="1"/>
          </p:cNvPicPr>
          <p:nvPr/>
        </p:nvPicPr>
        <p:blipFill>
          <a:blip r:embed="rId44">
            <a:alphaModFix amt="20000"/>
          </a:blip>
          <a:stretch>
            <a:fillRect/>
          </a:stretch>
        </p:blipFill>
        <p:spPr>
          <a:xfrm>
            <a:off x="0" y="-633192"/>
            <a:ext cx="12192000" cy="7491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B48B65-45F8-F01E-C38E-72845D207561}"/>
              </a:ext>
            </a:extLst>
          </p:cNvPr>
          <p:cNvSpPr txBox="1"/>
          <p:nvPr/>
        </p:nvSpPr>
        <p:spPr>
          <a:xfrm>
            <a:off x="0" y="243840"/>
            <a:ext cx="92049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>
                <a:solidFill>
                  <a:srgbClr val="0070C0"/>
                </a:solidFill>
                <a:effectLst/>
                <a:latin typeface="Google Sans"/>
              </a:rPr>
              <a:t> </a:t>
            </a:r>
            <a:r>
              <a:rPr lang="en-US" sz="2800">
                <a:solidFill>
                  <a:srgbClr val="0070C0"/>
                </a:solidFill>
                <a:latin typeface="Google Sans"/>
              </a:rPr>
              <a:t>I</a:t>
            </a:r>
            <a:r>
              <a:rPr lang="en-US" sz="2800" b="0" i="0">
                <a:solidFill>
                  <a:srgbClr val="0070C0"/>
                </a:solidFill>
                <a:effectLst/>
                <a:latin typeface="Google Sans"/>
              </a:rPr>
              <a:t>bm cognos dashboard-</a:t>
            </a:r>
            <a:r>
              <a:rPr lang="en-US" sz="2000" b="0" i="0">
                <a:solidFill>
                  <a:srgbClr val="002060"/>
                </a:solidFill>
                <a:effectLst/>
                <a:latin typeface="Google Sans"/>
              </a:rPr>
              <a:t>: </a:t>
            </a:r>
            <a:r>
              <a:rPr lang="en-US" sz="2000" b="0" i="0">
                <a:effectLst/>
                <a:latin typeface="Google Sans"/>
              </a:rPr>
              <a:t>Cognos Dashboards provides a graphical canvas for a business user to investigate data for patterns and insights.</a:t>
            </a:r>
          </a:p>
          <a:p>
            <a:pPr algn="l" fontAlgn="base"/>
            <a:endParaRPr lang="en-US" sz="2800" b="1" i="0">
              <a:solidFill>
                <a:srgbClr val="0070C0"/>
              </a:solidFill>
              <a:effectLst/>
              <a:latin typeface="+mj-lt"/>
            </a:endParaRPr>
          </a:p>
          <a:p>
            <a:pPr algn="l" fontAlgn="base"/>
            <a:r>
              <a:rPr lang="en-US" sz="2800" b="1" i="0">
                <a:solidFill>
                  <a:srgbClr val="0070C0"/>
                </a:solidFill>
                <a:effectLst/>
                <a:latin typeface="+mj-lt"/>
              </a:rPr>
              <a:t>Employee Data Analysis- </a:t>
            </a:r>
            <a:r>
              <a:rPr lang="en-US" sz="2800" b="1">
                <a:solidFill>
                  <a:srgbClr val="0070C0"/>
                </a:solidFill>
                <a:latin typeface="+mj-lt"/>
              </a:rPr>
              <a:t>: </a:t>
            </a:r>
          </a:p>
          <a:p>
            <a:pPr algn="l" fontAlgn="base"/>
            <a:endParaRPr lang="en-US" sz="1800" b="1">
              <a:solidFill>
                <a:srgbClr val="0070C0"/>
              </a:solidFill>
              <a:latin typeface="+mj-lt"/>
            </a:endParaRPr>
          </a:p>
          <a:p>
            <a:pPr algn="l" fontAlgn="base"/>
            <a:r>
              <a:rPr lang="en-US" sz="1800" b="1">
                <a:latin typeface="+mj-lt"/>
              </a:rPr>
              <a:t> </a:t>
            </a:r>
            <a:r>
              <a:rPr lang="en-US" sz="2400" b="1">
                <a:latin typeface="+mj-lt"/>
              </a:rPr>
              <a:t>Key insight what we see in our dashboard-</a:t>
            </a:r>
          </a:p>
          <a:p>
            <a:pPr algn="l" fontAlgn="base"/>
            <a:endParaRPr lang="en-US" sz="2400" b="1">
              <a:latin typeface="+mj-lt"/>
            </a:endParaRPr>
          </a:p>
          <a:p>
            <a:pPr marL="514350" indent="-514350" algn="l" fontAlgn="base">
              <a:buAutoNum type="romanLcParenR"/>
            </a:pPr>
            <a:r>
              <a:rPr lang="en-US" sz="1800" b="1">
                <a:latin typeface="+mj-lt"/>
              </a:rPr>
              <a:t>Gender diversity</a:t>
            </a:r>
          </a:p>
          <a:p>
            <a:pPr marL="514350" indent="-514350" algn="l" fontAlgn="base">
              <a:buAutoNum type="romanLcParenR"/>
            </a:pPr>
            <a:r>
              <a:rPr lang="en-US" sz="1800" b="1">
                <a:latin typeface="+mj-lt"/>
              </a:rPr>
              <a:t>Marital status </a:t>
            </a:r>
          </a:p>
          <a:p>
            <a:pPr marL="514350" indent="-514350" algn="l" fontAlgn="base">
              <a:buAutoNum type="romanLcParenR"/>
            </a:pPr>
            <a:r>
              <a:rPr lang="en-US" sz="1800" b="1">
                <a:latin typeface="+mj-lt"/>
              </a:rPr>
              <a:t>Factor affecting job exprience</a:t>
            </a:r>
          </a:p>
          <a:p>
            <a:pPr marL="514350" indent="-514350" algn="l" fontAlgn="base">
              <a:buAutoNum type="romanLcParenR"/>
            </a:pPr>
            <a:r>
              <a:rPr lang="en-US" sz="1800" b="1">
                <a:latin typeface="+mj-lt"/>
              </a:rPr>
              <a:t>Avarage (Monthly Income by Gender)</a:t>
            </a:r>
          </a:p>
          <a:p>
            <a:pPr marL="514350" indent="-514350" algn="l" fontAlgn="base">
              <a:buAutoNum type="romanLcParenR"/>
            </a:pPr>
            <a:r>
              <a:rPr lang="en-US" sz="1800" b="1">
                <a:latin typeface="+mj-lt"/>
              </a:rPr>
              <a:t>Job Experience by Grade colored by Gender</a:t>
            </a:r>
          </a:p>
        </p:txBody>
      </p:sp>
      <p:grpSp>
        <p:nvGrpSpPr>
          <p:cNvPr id="60" name="Group 59" descr="This image is of a man seen from the back. ">
            <a:extLst>
              <a:ext uri="{FF2B5EF4-FFF2-40B4-BE49-F238E27FC236}">
                <a16:creationId xmlns:a16="http://schemas.microsoft.com/office/drawing/2014/main" id="{D993EA00-7C2A-94EF-BAA5-5464DA313358}"/>
              </a:ext>
            </a:extLst>
          </p:cNvPr>
          <p:cNvGrpSpPr/>
          <p:nvPr/>
        </p:nvGrpSpPr>
        <p:grpSpPr>
          <a:xfrm>
            <a:off x="429668" y="4832072"/>
            <a:ext cx="2358690" cy="2058238"/>
            <a:chOff x="4832350" y="3127375"/>
            <a:chExt cx="2668588" cy="2679700"/>
          </a:xfrm>
        </p:grpSpPr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33029F1E-FACB-6513-E1F8-D7043BE5E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AutoShape 3">
              <a:extLst>
                <a:ext uri="{FF2B5EF4-FFF2-40B4-BE49-F238E27FC236}">
                  <a16:creationId xmlns:a16="http://schemas.microsoft.com/office/drawing/2014/main" id="{E7E003B5-1948-464B-0002-13D75610D24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56BC0515-E8AC-4B1A-6012-D4F961006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709E43B8-9553-ACBA-304F-5967716B9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E0DFEC4C-6511-CF47-4BFE-A55E06E8C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4EEA43C1-EEB3-8806-8312-7C3663C92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ACDBEEE5-B514-9D88-2174-4EFD0DCB9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E938D02-C5B6-B5F4-A3FA-6C73F2FB4A24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9BA6F7EC-E008-EECB-8D8D-FDBB1448F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F34EC27D-8C84-089F-70AA-52047E18D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0C69ED84-ED87-23F0-B42A-2003DB4EA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0513488F-FECD-C168-EC60-C5B617530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15">
              <a:extLst>
                <a:ext uri="{FF2B5EF4-FFF2-40B4-BE49-F238E27FC236}">
                  <a16:creationId xmlns:a16="http://schemas.microsoft.com/office/drawing/2014/main" id="{1F5CFEE9-F5B2-FFCE-B27C-C7C7C267B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D9C0906C-88AD-05AC-938C-E85307939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7">
              <a:extLst>
                <a:ext uri="{FF2B5EF4-FFF2-40B4-BE49-F238E27FC236}">
                  <a16:creationId xmlns:a16="http://schemas.microsoft.com/office/drawing/2014/main" id="{81B8BF94-E147-DFC7-ED8D-3A64B862C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18">
              <a:extLst>
                <a:ext uri="{FF2B5EF4-FFF2-40B4-BE49-F238E27FC236}">
                  <a16:creationId xmlns:a16="http://schemas.microsoft.com/office/drawing/2014/main" id="{DB861D84-3B9F-9646-B8B9-E0C127AC51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70FBB42D-5863-6245-BDF2-4E22D1E07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3687EB2C-9755-463E-2CC5-5FBDFE38C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C9674FC-54A3-FC15-B7E8-F74F3CFF5C13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C562E10-EA29-B020-DEE4-0D0784110A3B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AD95DC7-984B-DEE8-3885-724B4530DAB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148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 hidden="1">
            <a:extLst>
              <a:ext uri="{FF2B5EF4-FFF2-40B4-BE49-F238E27FC236}">
                <a16:creationId xmlns:a16="http://schemas.microsoft.com/office/drawing/2014/main" id="{3D46526D-118F-4F6F-BAE0-066F422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431200-8E45-4A0C-B12B-CFA1B2C53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21796" y="5502466"/>
            <a:ext cx="443592" cy="23229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04BA3-593E-4519-9139-4E1D86366677}"/>
              </a:ext>
            </a:extLst>
          </p:cNvPr>
          <p:cNvSpPr txBox="1"/>
          <p:nvPr/>
        </p:nvSpPr>
        <p:spPr>
          <a:xfrm>
            <a:off x="4453458" y="1227906"/>
            <a:ext cx="242797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94AEDC0-6B1D-4A3D-860D-83756CC38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45929" y="932163"/>
            <a:ext cx="6060159" cy="5387354"/>
            <a:chOff x="8390274" y="935161"/>
            <a:chExt cx="4665073" cy="430813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AECCF3F-B2FA-4F0A-96EE-B54207D66547}"/>
                </a:ext>
              </a:extLst>
            </p:cNvPr>
            <p:cNvSpPr txBox="1"/>
            <p:nvPr/>
          </p:nvSpPr>
          <p:spPr>
            <a:xfrm>
              <a:off x="8390274" y="935161"/>
              <a:ext cx="4665073" cy="11813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base"/>
              <a:r>
                <a:rPr lang="en-US" sz="1600" b="1">
                  <a:latin typeface="Nunito" pitchFamily="2" charset="0"/>
                </a:rPr>
                <a:t>                </a:t>
              </a:r>
              <a:endParaRPr lang="en-US" sz="1600" b="1" i="0">
                <a:effectLst/>
                <a:latin typeface="Nunito" pitchFamily="2" charset="0"/>
              </a:endParaRPr>
            </a:p>
            <a:p>
              <a:pPr fontAlgn="base"/>
              <a:endParaRPr lang="en-US" sz="1600" b="1" i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600" b="1" i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600" b="1" i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600" b="1" i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DAD2E5F-3DBB-47BA-B90E-DDB45972B6AF}"/>
                </a:ext>
              </a:extLst>
            </p:cNvPr>
            <p:cNvSpPr/>
            <p:nvPr/>
          </p:nvSpPr>
          <p:spPr>
            <a:xfrm>
              <a:off x="8483139" y="1591673"/>
              <a:ext cx="2647361" cy="214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D1F5E0B-9D11-43FF-9946-9B61EF9D6E88}"/>
                </a:ext>
              </a:extLst>
            </p:cNvPr>
            <p:cNvSpPr/>
            <p:nvPr/>
          </p:nvSpPr>
          <p:spPr>
            <a:xfrm>
              <a:off x="8483139" y="3299282"/>
              <a:ext cx="2927323" cy="214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BACDD99-66AF-423B-B714-10B1BD09EBE4}"/>
                </a:ext>
              </a:extLst>
            </p:cNvPr>
            <p:cNvSpPr txBox="1"/>
            <p:nvPr/>
          </p:nvSpPr>
          <p:spPr>
            <a:xfrm>
              <a:off x="8571305" y="4714106"/>
              <a:ext cx="3047138" cy="2143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6D9691D-4606-4981-97A5-3BEAC7F0804E}"/>
                </a:ext>
              </a:extLst>
            </p:cNvPr>
            <p:cNvSpPr/>
            <p:nvPr/>
          </p:nvSpPr>
          <p:spPr>
            <a:xfrm>
              <a:off x="8483139" y="5028922"/>
              <a:ext cx="2803547" cy="214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8011F7E-B5B1-974B-C23A-5717A2F3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9" t="18963" r="21666" b="4445"/>
          <a:stretch/>
        </p:blipFill>
        <p:spPr>
          <a:xfrm>
            <a:off x="0" y="0"/>
            <a:ext cx="12192000" cy="693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0C17-5228-E1B4-4129-D8031875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EDE990FA-197E-8167-7BA6-59C4768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5B0300B6-D381-1B48-044D-6F59F82FC68F}"/>
              </a:ext>
            </a:extLst>
          </p:cNvPr>
          <p:cNvSpPr/>
          <p:nvPr/>
        </p:nvSpPr>
        <p:spPr>
          <a:xfrm>
            <a:off x="9854371" y="4987830"/>
            <a:ext cx="159460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F6BF91-2714-B8F8-9AE4-2161348430B0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8FDF3E9-78C8-1C6A-EAC5-3B16742B91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C1FF5A-4FC3-BFD2-2C58-59D4CB6BC7B3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243A528-A4E1-AE28-47E9-1E80BD9C6E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2397BE2-5918-7949-FF97-0FFEAAD67661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4A5A3A-0B5E-2EB2-8B01-D688A81589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26C8539-9F4B-8660-0F16-0DEB3FC882AC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86B2344-F29B-D971-F3DE-6E307E7944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4883FF-580F-4DF6-C526-5D0E642378B4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2D2FF66-1A04-EB0A-B9C5-63248977A0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E3A2A49-2193-1DD2-8BAA-63C2CC27F886}"/>
                  </a:ext>
                </a:extLst>
              </p14:cNvPr>
              <p14:cNvContentPartPr/>
              <p14:nvPr/>
            </p14:nvContentPartPr>
            <p14:xfrm>
              <a:off x="9663203" y="778392"/>
              <a:ext cx="3715200" cy="2561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E23E11E-985A-44F7-835E-DD3DD7BC399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73203" y="598392"/>
                <a:ext cx="3894840" cy="29214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093CBA97-486F-1BBF-B15B-4A808F50B813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0" y="-633192"/>
            <a:ext cx="12192000" cy="7491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89CCF51-81B5-97C8-3284-2DB4BE00114A}"/>
              </a:ext>
            </a:extLst>
          </p:cNvPr>
          <p:cNvSpPr txBox="1"/>
          <p:nvPr/>
        </p:nvSpPr>
        <p:spPr>
          <a:xfrm>
            <a:off x="204640" y="387880"/>
            <a:ext cx="99528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>
                <a:solidFill>
                  <a:srgbClr val="002060"/>
                </a:solidFill>
              </a:rPr>
              <a:t>Airports Data dashboard</a:t>
            </a:r>
          </a:p>
          <a:p>
            <a:pPr algn="l" fontAlgn="base"/>
            <a:endParaRPr lang="en-US" sz="1800" b="1">
              <a:solidFill>
                <a:srgbClr val="0070C0"/>
              </a:solidFill>
              <a:latin typeface="+mj-lt"/>
            </a:endParaRPr>
          </a:p>
          <a:p>
            <a:pPr algn="l" fontAlgn="base"/>
            <a:r>
              <a:rPr lang="en-US" sz="2000" b="1">
                <a:latin typeface="+mj-lt"/>
              </a:rPr>
              <a:t> Key insight what we see in our dashboard-</a:t>
            </a:r>
          </a:p>
          <a:p>
            <a:pPr algn="l" fontAlgn="base"/>
            <a:endParaRPr lang="en-US" sz="2000" b="1">
              <a:latin typeface="+mj-lt"/>
            </a:endParaRPr>
          </a:p>
          <a:p>
            <a:pPr algn="l" fontAlgn="base"/>
            <a:r>
              <a:rPr lang="en-US" sz="2000" b="1">
                <a:latin typeface="+mj-lt"/>
              </a:rPr>
              <a:t>i)Airports  name in data runner</a:t>
            </a:r>
          </a:p>
          <a:p>
            <a:pPr algn="l" fontAlgn="base"/>
            <a:r>
              <a:rPr lang="en-US" sz="2000" b="1">
                <a:latin typeface="+mj-lt"/>
              </a:rPr>
              <a:t>ii)Airlines name</a:t>
            </a:r>
          </a:p>
          <a:p>
            <a:pPr algn="l" fontAlgn="base"/>
            <a:r>
              <a:rPr lang="en-US" sz="2000" b="1">
                <a:latin typeface="+mj-lt"/>
              </a:rPr>
              <a:t>iii)Carrier delay</a:t>
            </a:r>
          </a:p>
          <a:p>
            <a:pPr algn="l" fontAlgn="base"/>
            <a:r>
              <a:rPr lang="en-US" sz="2000" b="1">
                <a:latin typeface="+mj-lt"/>
              </a:rPr>
              <a:t>iv)Weather delay</a:t>
            </a:r>
          </a:p>
          <a:p>
            <a:pPr algn="l" fontAlgn="base"/>
            <a:r>
              <a:rPr lang="en-US" sz="2000" b="1">
                <a:latin typeface="+mj-lt"/>
              </a:rPr>
              <a:t>v)Security delay</a:t>
            </a:r>
          </a:p>
          <a:p>
            <a:pPr algn="l" fontAlgn="base"/>
            <a:r>
              <a:rPr lang="en-US" sz="2000" b="1">
                <a:latin typeface="+mj-lt"/>
              </a:rPr>
              <a:t>vi)Arlines Cancelled by airport name and many more…..</a:t>
            </a:r>
          </a:p>
        </p:txBody>
      </p:sp>
      <p:grpSp>
        <p:nvGrpSpPr>
          <p:cNvPr id="35" name="Group 34" descr="This image is of a man seen from the back. ">
            <a:extLst>
              <a:ext uri="{FF2B5EF4-FFF2-40B4-BE49-F238E27FC236}">
                <a16:creationId xmlns:a16="http://schemas.microsoft.com/office/drawing/2014/main" id="{DF4035A3-C27D-628F-9AFD-0BD8F8D5B0E1}"/>
              </a:ext>
            </a:extLst>
          </p:cNvPr>
          <p:cNvGrpSpPr/>
          <p:nvPr/>
        </p:nvGrpSpPr>
        <p:grpSpPr>
          <a:xfrm>
            <a:off x="0" y="4056381"/>
            <a:ext cx="2668588" cy="2679700"/>
            <a:chOff x="4832350" y="3127375"/>
            <a:chExt cx="2668588" cy="2679700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FA6210EE-81BD-1EAD-71F1-3E30CBE07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AE58B4EE-15E2-C189-36E9-2B358DE6ADE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1E2CA63D-4657-2D37-6B87-80C840D89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D1AE056C-19D2-1B79-D4B7-A1ACEB92C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2FDB791A-C6B5-6898-3ED9-141010C3A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2FB4E3A4-5E39-53B8-22DB-C558D252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19270CB7-A9EB-D19A-27CE-B5D65E9DF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A0D3F79-FEE1-BB4A-E177-48F2B8C0B125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141862A6-4EDF-9CFE-4DCD-5AA3236CF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8A28D678-2280-67AE-D129-FEC661C49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55041A42-C0ED-8ACF-3D4E-337AF6283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43CB3144-17F6-552A-BC60-1654CE769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41E782C9-A075-AC06-8F30-BB3FEFC4E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C33F71A0-5D63-0148-2DBA-A8B9A106A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CC8706B1-5CD8-9C15-CA7E-A3FDA75B9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E99598CF-34A0-66FF-E526-26F549D101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FFDDD597-573C-B3BE-2882-B47991D2F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0B309912-9970-5778-C865-0401D07A9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67504BB-F736-1250-46FA-E779B72F5D6F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9F03C90-8F82-CBC5-DC19-8B589B374D67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DE9D23-8F37-D122-3CDD-AC40EDABA62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41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17C-2A68-B4A9-680A-025A432A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FC315767-AC17-646A-8806-73D76691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F5C1F2C-F410-897C-AFF3-ED10B144377E}"/>
              </a:ext>
            </a:extLst>
          </p:cNvPr>
          <p:cNvSpPr/>
          <p:nvPr/>
        </p:nvSpPr>
        <p:spPr>
          <a:xfrm>
            <a:off x="9854371" y="4987830"/>
            <a:ext cx="159460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BBAF704-7F5F-27AA-DC84-F62C1B9FA50C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8FDF3E9-78C8-1C6A-EAC5-3B16742B91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D38FAE-9764-C4DF-86BE-B589423196C6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243A528-A4E1-AE28-47E9-1E80BD9C6E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B7D4AA-A7E8-4926-9C9A-A68C59C3693D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4A5A3A-0B5E-2EB2-8B01-D688A81589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C2FE16D-9538-7BB1-0991-6F57B079D0CA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86B2344-F29B-D971-F3DE-6E307E7944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87FE01F-921F-F47D-4F05-F07CBA33BE8F}"/>
                  </a:ext>
                </a:extLst>
              </p14:cNvPr>
              <p14:cNvContentPartPr/>
              <p14:nvPr/>
            </p14:nvContentPartPr>
            <p14:xfrm>
              <a:off x="10617295" y="1810835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2D2FF66-1A04-EB0A-B9C5-63248977A0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7655" y="163119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7D95294-BE3D-AB6A-EE0C-8A3CB5A6D9E7}"/>
                  </a:ext>
                </a:extLst>
              </p14:cNvPr>
              <p14:cNvContentPartPr/>
              <p14:nvPr/>
            </p14:nvContentPartPr>
            <p14:xfrm>
              <a:off x="9663203" y="778392"/>
              <a:ext cx="3715200" cy="2561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E23E11E-985A-44F7-835E-DD3DD7BC399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73203" y="598392"/>
                <a:ext cx="3894840" cy="2921400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6FD7AC41-FB04-4BBB-C0E0-A33F2108FE4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815" r="21665" b="5926"/>
          <a:stretch/>
        </p:blipFill>
        <p:spPr>
          <a:xfrm>
            <a:off x="0" y="-32512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0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9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8111457-D9DC-4BEB-BBB9-82FD4783D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21796" y="1606370"/>
            <a:ext cx="443592" cy="23229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 rot="10800000" flipV="1">
            <a:off x="1077686" y="786514"/>
            <a:ext cx="2973916" cy="9360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424134-52BB-4183-A9FC-3CBBA75DCD28}"/>
              </a:ext>
            </a:extLst>
          </p:cNvPr>
          <p:cNvSpPr txBox="1"/>
          <p:nvPr/>
        </p:nvSpPr>
        <p:spPr>
          <a:xfrm>
            <a:off x="1077686" y="2821585"/>
            <a:ext cx="5985393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sz="2000"/>
              <a:t>our analysis of the IBM dashboard for the airport company highlighted key insights into employee performance and airplane delays.The company can improve both operational efficiency and  increase customer satisfaction.</a:t>
            </a:r>
            <a:endParaRPr lang="en-US" sz="2000" dirty="0"/>
          </a:p>
        </p:txBody>
      </p:sp>
      <p:sp>
        <p:nvSpPr>
          <p:cNvPr id="64" name="Freeform 6">
            <a:extLst>
              <a:ext uri="{FF2B5EF4-FFF2-40B4-BE49-F238E27FC236}">
                <a16:creationId xmlns:a16="http://schemas.microsoft.com/office/drawing/2014/main" id="{7F192ACD-9C75-481C-8934-C15F525ED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606803" y="4690547"/>
            <a:ext cx="929501" cy="1021724"/>
          </a:xfrm>
          <a:custGeom>
            <a:avLst/>
            <a:gdLst>
              <a:gd name="T0" fmla="*/ 223 w 322"/>
              <a:gd name="T1" fmla="*/ 21 h 353"/>
              <a:gd name="T2" fmla="*/ 113 w 322"/>
              <a:gd name="T3" fmla="*/ 52 h 353"/>
              <a:gd name="T4" fmla="*/ 14 w 322"/>
              <a:gd name="T5" fmla="*/ 172 h 353"/>
              <a:gd name="T6" fmla="*/ 119 w 322"/>
              <a:gd name="T7" fmla="*/ 327 h 353"/>
              <a:gd name="T8" fmla="*/ 320 w 322"/>
              <a:gd name="T9" fmla="*/ 183 h 353"/>
              <a:gd name="T10" fmla="*/ 287 w 322"/>
              <a:gd name="T11" fmla="*/ 56 h 353"/>
              <a:gd name="T12" fmla="*/ 223 w 322"/>
              <a:gd name="T13" fmla="*/ 2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2" h="353">
                <a:moveTo>
                  <a:pt x="223" y="21"/>
                </a:moveTo>
                <a:cubicBezTo>
                  <a:pt x="198" y="35"/>
                  <a:pt x="187" y="48"/>
                  <a:pt x="113" y="52"/>
                </a:cubicBezTo>
                <a:cubicBezTo>
                  <a:pt x="39" y="57"/>
                  <a:pt x="0" y="118"/>
                  <a:pt x="14" y="172"/>
                </a:cubicBezTo>
                <a:cubicBezTo>
                  <a:pt x="28" y="226"/>
                  <a:pt x="32" y="301"/>
                  <a:pt x="119" y="327"/>
                </a:cubicBezTo>
                <a:cubicBezTo>
                  <a:pt x="206" y="353"/>
                  <a:pt x="316" y="282"/>
                  <a:pt x="320" y="183"/>
                </a:cubicBezTo>
                <a:cubicBezTo>
                  <a:pt x="322" y="124"/>
                  <a:pt x="306" y="88"/>
                  <a:pt x="287" y="56"/>
                </a:cubicBezTo>
                <a:cubicBezTo>
                  <a:pt x="274" y="35"/>
                  <a:pt x="259" y="0"/>
                  <a:pt x="223" y="21"/>
                </a:cubicBezTo>
                <a:close/>
              </a:path>
            </a:pathLst>
          </a:custGeom>
          <a:gradFill>
            <a:gsLst>
              <a:gs pos="1000">
                <a:srgbClr val="7CEFD8">
                  <a:alpha val="79000"/>
                </a:srgbClr>
              </a:gs>
              <a:gs pos="61000">
                <a:srgbClr val="6672E4">
                  <a:alpha val="84000"/>
                </a:srgbClr>
              </a:gs>
              <a:gs pos="98000">
                <a:srgbClr val="882BE5">
                  <a:alpha val="66000"/>
                </a:srgbClr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Freeform 6">
            <a:extLst>
              <a:ext uri="{FF2B5EF4-FFF2-40B4-BE49-F238E27FC236}">
                <a16:creationId xmlns:a16="http://schemas.microsoft.com/office/drawing/2014/main" id="{8B1A45F7-385D-4B67-98E4-489AB4E31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496994" y="3332669"/>
            <a:ext cx="929501" cy="1021724"/>
          </a:xfrm>
          <a:custGeom>
            <a:avLst/>
            <a:gdLst>
              <a:gd name="T0" fmla="*/ 223 w 322"/>
              <a:gd name="T1" fmla="*/ 21 h 353"/>
              <a:gd name="T2" fmla="*/ 113 w 322"/>
              <a:gd name="T3" fmla="*/ 52 h 353"/>
              <a:gd name="T4" fmla="*/ 14 w 322"/>
              <a:gd name="T5" fmla="*/ 172 h 353"/>
              <a:gd name="T6" fmla="*/ 119 w 322"/>
              <a:gd name="T7" fmla="*/ 327 h 353"/>
              <a:gd name="T8" fmla="*/ 320 w 322"/>
              <a:gd name="T9" fmla="*/ 183 h 353"/>
              <a:gd name="T10" fmla="*/ 287 w 322"/>
              <a:gd name="T11" fmla="*/ 56 h 353"/>
              <a:gd name="T12" fmla="*/ 223 w 322"/>
              <a:gd name="T13" fmla="*/ 2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2" h="353">
                <a:moveTo>
                  <a:pt x="223" y="21"/>
                </a:moveTo>
                <a:cubicBezTo>
                  <a:pt x="198" y="35"/>
                  <a:pt x="187" y="48"/>
                  <a:pt x="113" y="52"/>
                </a:cubicBezTo>
                <a:cubicBezTo>
                  <a:pt x="39" y="57"/>
                  <a:pt x="0" y="118"/>
                  <a:pt x="14" y="172"/>
                </a:cubicBezTo>
                <a:cubicBezTo>
                  <a:pt x="28" y="226"/>
                  <a:pt x="32" y="301"/>
                  <a:pt x="119" y="327"/>
                </a:cubicBezTo>
                <a:cubicBezTo>
                  <a:pt x="206" y="353"/>
                  <a:pt x="316" y="282"/>
                  <a:pt x="320" y="183"/>
                </a:cubicBezTo>
                <a:cubicBezTo>
                  <a:pt x="322" y="124"/>
                  <a:pt x="306" y="88"/>
                  <a:pt x="287" y="56"/>
                </a:cubicBezTo>
                <a:cubicBezTo>
                  <a:pt x="274" y="35"/>
                  <a:pt x="259" y="0"/>
                  <a:pt x="223" y="21"/>
                </a:cubicBezTo>
                <a:close/>
              </a:path>
            </a:pathLst>
          </a:custGeom>
          <a:gradFill>
            <a:gsLst>
              <a:gs pos="1000">
                <a:srgbClr val="7CEFD8">
                  <a:alpha val="79000"/>
                </a:srgbClr>
              </a:gs>
              <a:gs pos="61000">
                <a:srgbClr val="6672E4">
                  <a:alpha val="84000"/>
                </a:srgbClr>
              </a:gs>
              <a:gs pos="98000">
                <a:srgbClr val="882BE5">
                  <a:alpha val="66000"/>
                </a:srgbClr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E46396-D16F-446B-A9AD-53DEF0657574}"/>
              </a:ext>
            </a:extLst>
          </p:cNvPr>
          <p:cNvSpPr txBox="1"/>
          <p:nvPr/>
        </p:nvSpPr>
        <p:spPr>
          <a:xfrm>
            <a:off x="6673923" y="5292237"/>
            <a:ext cx="122339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1200"/>
              <a:t>n</a:t>
            </a:r>
            <a:endParaRPr lang="en-US" sz="1200" dirty="0"/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D83BBA1A-1810-4171-BD9C-B27B7C26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608376" y="1974791"/>
            <a:ext cx="929501" cy="1021724"/>
          </a:xfrm>
          <a:custGeom>
            <a:avLst/>
            <a:gdLst>
              <a:gd name="T0" fmla="*/ 223 w 322"/>
              <a:gd name="T1" fmla="*/ 21 h 353"/>
              <a:gd name="T2" fmla="*/ 113 w 322"/>
              <a:gd name="T3" fmla="*/ 52 h 353"/>
              <a:gd name="T4" fmla="*/ 14 w 322"/>
              <a:gd name="T5" fmla="*/ 172 h 353"/>
              <a:gd name="T6" fmla="*/ 119 w 322"/>
              <a:gd name="T7" fmla="*/ 327 h 353"/>
              <a:gd name="T8" fmla="*/ 320 w 322"/>
              <a:gd name="T9" fmla="*/ 183 h 353"/>
              <a:gd name="T10" fmla="*/ 287 w 322"/>
              <a:gd name="T11" fmla="*/ 56 h 353"/>
              <a:gd name="T12" fmla="*/ 223 w 322"/>
              <a:gd name="T13" fmla="*/ 2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2" h="353">
                <a:moveTo>
                  <a:pt x="223" y="21"/>
                </a:moveTo>
                <a:cubicBezTo>
                  <a:pt x="198" y="35"/>
                  <a:pt x="187" y="48"/>
                  <a:pt x="113" y="52"/>
                </a:cubicBezTo>
                <a:cubicBezTo>
                  <a:pt x="39" y="57"/>
                  <a:pt x="0" y="118"/>
                  <a:pt x="14" y="172"/>
                </a:cubicBezTo>
                <a:cubicBezTo>
                  <a:pt x="28" y="226"/>
                  <a:pt x="32" y="301"/>
                  <a:pt x="119" y="327"/>
                </a:cubicBezTo>
                <a:cubicBezTo>
                  <a:pt x="206" y="353"/>
                  <a:pt x="316" y="282"/>
                  <a:pt x="320" y="183"/>
                </a:cubicBezTo>
                <a:cubicBezTo>
                  <a:pt x="322" y="124"/>
                  <a:pt x="306" y="88"/>
                  <a:pt x="287" y="56"/>
                </a:cubicBezTo>
                <a:cubicBezTo>
                  <a:pt x="274" y="35"/>
                  <a:pt x="259" y="0"/>
                  <a:pt x="223" y="21"/>
                </a:cubicBezTo>
                <a:close/>
              </a:path>
            </a:pathLst>
          </a:custGeom>
          <a:gradFill>
            <a:gsLst>
              <a:gs pos="1000">
                <a:srgbClr val="7CEFD8">
                  <a:alpha val="79000"/>
                </a:srgbClr>
              </a:gs>
              <a:gs pos="61000">
                <a:srgbClr val="6672E4">
                  <a:alpha val="84000"/>
                </a:srgbClr>
              </a:gs>
              <a:gs pos="98000">
                <a:srgbClr val="882BE5">
                  <a:alpha val="66000"/>
                </a:srgbClr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CB3924-9B8A-42C3-8967-71424F7BEF3D}"/>
              </a:ext>
            </a:extLst>
          </p:cNvPr>
          <p:cNvSpPr txBox="1"/>
          <p:nvPr/>
        </p:nvSpPr>
        <p:spPr>
          <a:xfrm>
            <a:off x="8392770" y="5117528"/>
            <a:ext cx="884342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1200"/>
              <a:t>n</a:t>
            </a:r>
            <a:endParaRPr lang="en-US" sz="1200" dirty="0"/>
          </a:p>
        </p:txBody>
      </p:sp>
      <p:sp>
        <p:nvSpPr>
          <p:cNvPr id="62" name="Freeform 6">
            <a:extLst>
              <a:ext uri="{FF2B5EF4-FFF2-40B4-BE49-F238E27FC236}">
                <a16:creationId xmlns:a16="http://schemas.microsoft.com/office/drawing/2014/main" id="{2D409DD0-6B30-47E3-9886-F8F16D42A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606803" y="700794"/>
            <a:ext cx="929501" cy="1021724"/>
          </a:xfrm>
          <a:custGeom>
            <a:avLst/>
            <a:gdLst>
              <a:gd name="T0" fmla="*/ 223 w 322"/>
              <a:gd name="T1" fmla="*/ 21 h 353"/>
              <a:gd name="T2" fmla="*/ 113 w 322"/>
              <a:gd name="T3" fmla="*/ 52 h 353"/>
              <a:gd name="T4" fmla="*/ 14 w 322"/>
              <a:gd name="T5" fmla="*/ 172 h 353"/>
              <a:gd name="T6" fmla="*/ 119 w 322"/>
              <a:gd name="T7" fmla="*/ 327 h 353"/>
              <a:gd name="T8" fmla="*/ 320 w 322"/>
              <a:gd name="T9" fmla="*/ 183 h 353"/>
              <a:gd name="T10" fmla="*/ 287 w 322"/>
              <a:gd name="T11" fmla="*/ 56 h 353"/>
              <a:gd name="T12" fmla="*/ 223 w 322"/>
              <a:gd name="T13" fmla="*/ 2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2" h="353">
                <a:moveTo>
                  <a:pt x="223" y="21"/>
                </a:moveTo>
                <a:cubicBezTo>
                  <a:pt x="198" y="35"/>
                  <a:pt x="187" y="48"/>
                  <a:pt x="113" y="52"/>
                </a:cubicBezTo>
                <a:cubicBezTo>
                  <a:pt x="39" y="57"/>
                  <a:pt x="0" y="118"/>
                  <a:pt x="14" y="172"/>
                </a:cubicBezTo>
                <a:cubicBezTo>
                  <a:pt x="28" y="226"/>
                  <a:pt x="32" y="301"/>
                  <a:pt x="119" y="327"/>
                </a:cubicBezTo>
                <a:cubicBezTo>
                  <a:pt x="206" y="353"/>
                  <a:pt x="316" y="282"/>
                  <a:pt x="320" y="183"/>
                </a:cubicBezTo>
                <a:cubicBezTo>
                  <a:pt x="322" y="124"/>
                  <a:pt x="306" y="88"/>
                  <a:pt x="287" y="56"/>
                </a:cubicBezTo>
                <a:cubicBezTo>
                  <a:pt x="274" y="35"/>
                  <a:pt x="259" y="0"/>
                  <a:pt x="223" y="21"/>
                </a:cubicBezTo>
                <a:close/>
              </a:path>
            </a:pathLst>
          </a:custGeom>
          <a:gradFill>
            <a:gsLst>
              <a:gs pos="1000">
                <a:srgbClr val="7CEFD8">
                  <a:alpha val="79000"/>
                </a:srgbClr>
              </a:gs>
              <a:gs pos="61000">
                <a:srgbClr val="6672E4">
                  <a:alpha val="84000"/>
                </a:srgbClr>
              </a:gs>
              <a:gs pos="98000">
                <a:srgbClr val="882BE5">
                  <a:alpha val="66000"/>
                </a:srgbClr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F4A3F0F-5D0E-6592-133F-BE773DC8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458" t="18397" b="13586"/>
          <a:stretch/>
        </p:blipFill>
        <p:spPr>
          <a:xfrm>
            <a:off x="7175796" y="3332669"/>
            <a:ext cx="4773135" cy="31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0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10</a:t>
            </a:r>
          </a:p>
        </p:txBody>
      </p:sp>
      <p:grpSp>
        <p:nvGrpSpPr>
          <p:cNvPr id="5" name="Group 4" descr="This image is an icon of three human being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reeform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8" name="Freeform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9" name="Freeform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0" name="Freeform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1" name="Freeform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US" sz="54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74FAF-1757-48A8-BBFB-722E8E1D6FA4}"/>
              </a:ext>
            </a:extLst>
          </p:cNvPr>
          <p:cNvSpPr/>
          <p:nvPr/>
        </p:nvSpPr>
        <p:spPr>
          <a:xfrm>
            <a:off x="733192" y="535839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For giving me this opprtunity</a:t>
            </a: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23" name="Group 22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7076719" y="-233260"/>
            <a:ext cx="4718861" cy="7591696"/>
            <a:chOff x="4769075" y="-2833465"/>
            <a:chExt cx="9035842" cy="1182860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769075" y="-2357047"/>
              <a:ext cx="8025060" cy="11352191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88744" y="-1940142"/>
              <a:ext cx="7276093" cy="9948941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</TotalTime>
  <Words>244</Words>
  <Application>Microsoft Office PowerPoint</Application>
  <PresentationFormat>Widescreen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Nunito</vt:lpstr>
      <vt:lpstr>Segoe UI</vt:lpstr>
      <vt:lpstr>Times New Roman</vt:lpstr>
      <vt:lpstr>Office Theme</vt:lpstr>
      <vt:lpstr>Human resources slide 1</vt:lpstr>
      <vt:lpstr>Human resources slide 1</vt:lpstr>
      <vt:lpstr>Human resources slide 2</vt:lpstr>
      <vt:lpstr>Human resources slide 3</vt:lpstr>
      <vt:lpstr>Human resources slide 4</vt:lpstr>
      <vt:lpstr>Human resources slide 4</vt:lpstr>
      <vt:lpstr>Human resources slide 9</vt:lpstr>
      <vt:lpstr>Human resources 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Rao</dc:creator>
  <cp:lastModifiedBy>Gaurav Rao</cp:lastModifiedBy>
  <cp:revision>12</cp:revision>
  <dcterms:created xsi:type="dcterms:W3CDTF">2024-10-25T13:36:39Z</dcterms:created>
  <dcterms:modified xsi:type="dcterms:W3CDTF">2025-12-29T10:25:30Z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